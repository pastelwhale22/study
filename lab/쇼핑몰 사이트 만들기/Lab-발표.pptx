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>
      <p:cViewPr varScale="1">
        <p:scale>
          <a:sx n="56" d="100"/>
          <a:sy n="56" d="100"/>
        </p:scale>
        <p:origin x="4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540" y="2053316"/>
            <a:ext cx="6897925" cy="3179601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5400000">
            <a:off x="15175541" y="4128206"/>
            <a:ext cx="4395388" cy="375435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5605" y="7356335"/>
            <a:ext cx="3418651" cy="1601108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9313368" y="0"/>
            <a:ext cx="7228571" cy="10287000"/>
            <a:chOff x="9313368" y="404034"/>
            <a:chExt cx="7228571" cy="9697955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13368" y="404034"/>
              <a:ext cx="7228571" cy="96979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6363967" y="0"/>
            <a:ext cx="1921747" cy="10287000"/>
            <a:chOff x="16363967" y="-482985"/>
            <a:chExt cx="1921747" cy="112516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63967" y="-482985"/>
              <a:ext cx="1921747" cy="112516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4983" y="2409351"/>
            <a:ext cx="7787062" cy="147416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6935" y="6893693"/>
            <a:ext cx="7197064" cy="2808950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15141318" y="4162430"/>
            <a:ext cx="4463835" cy="375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3581567"/>
            <a:ext cx="18288000" cy="5212011"/>
            <a:chOff x="-638214" y="3730182"/>
            <a:chExt cx="19479527" cy="521201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638214" y="3730182"/>
              <a:ext cx="19479527" cy="521201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56999" y="777513"/>
            <a:ext cx="1631273" cy="1044787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6377343" y="4296027"/>
            <a:ext cx="5550077" cy="4190476"/>
            <a:chOff x="6377343" y="4296027"/>
            <a:chExt cx="5550077" cy="4190476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4330376" y="6342993"/>
              <a:ext cx="4190476" cy="96544"/>
              <a:chOff x="4330376" y="6342993"/>
              <a:chExt cx="4190476" cy="96544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4330376" y="6342993"/>
                <a:ext cx="4190476" cy="96544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9783909" y="6342993"/>
              <a:ext cx="4190476" cy="96544"/>
              <a:chOff x="9783909" y="6342993"/>
              <a:chExt cx="4190476" cy="96544"/>
            </a:xfrm>
          </p:grpSpPr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9783909" y="6342993"/>
                <a:ext cx="4190476" cy="96544"/>
              </a:xfrm>
              <a:prstGeom prst="rect">
                <a:avLst/>
              </a:prstGeom>
            </p:spPr>
          </p:pic>
        </p:grpSp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45522" y="5543275"/>
            <a:ext cx="2780159" cy="671482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434554" y="5543230"/>
            <a:ext cx="3606213" cy="681404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3116804" y="5515693"/>
            <a:ext cx="2810480" cy="671880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792905" y="4247624"/>
            <a:ext cx="742846" cy="1241560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409522" y="4247624"/>
            <a:ext cx="952370" cy="1241560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3064234" y="4247624"/>
            <a:ext cx="952370" cy="12510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0423408" y="780261"/>
            <a:ext cx="7336184" cy="9365731"/>
            <a:chOff x="10423408" y="780261"/>
            <a:chExt cx="7336184" cy="936573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23408" y="780261"/>
              <a:ext cx="7336184" cy="936573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4862" y="812702"/>
            <a:ext cx="3447593" cy="82224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9624" y="8455202"/>
            <a:ext cx="1096963" cy="989363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74459" y="6338548"/>
            <a:ext cx="3297381" cy="1589105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06766" y="5269267"/>
            <a:ext cx="2386921" cy="4562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904762" y="3977751"/>
            <a:ext cx="3408417" cy="5355583"/>
            <a:chOff x="1904762" y="3977751"/>
            <a:chExt cx="3408417" cy="53555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4762" y="3977751"/>
              <a:ext cx="3408417" cy="535558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57234" y="3977751"/>
            <a:ext cx="3408417" cy="5355583"/>
            <a:chOff x="12957234" y="3977751"/>
            <a:chExt cx="3408417" cy="5355583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7234" y="3977751"/>
              <a:ext cx="3408417" cy="535558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273077" y="3977751"/>
            <a:ext cx="3408417" cy="5355583"/>
            <a:chOff x="9273077" y="3977751"/>
            <a:chExt cx="3408417" cy="535558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73077" y="3977751"/>
              <a:ext cx="3408417" cy="535558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588919" y="3977751"/>
            <a:ext cx="3408417" cy="5355583"/>
            <a:chOff x="5588919" y="3977751"/>
            <a:chExt cx="3408417" cy="5355583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88919" y="3977751"/>
              <a:ext cx="3408417" cy="5355583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329048" y="7050629"/>
            <a:ext cx="1956845" cy="643893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321429" y="6468877"/>
            <a:ext cx="2228997" cy="371749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960715" y="7050629"/>
            <a:ext cx="2260826" cy="643902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953096" y="6468877"/>
            <a:ext cx="2019644" cy="421949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159621" y="803330"/>
            <a:ext cx="8391240" cy="834983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6669" y="795242"/>
            <a:ext cx="1185068" cy="926925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644858" y="7050629"/>
            <a:ext cx="2302169" cy="289007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637239" y="6468877"/>
            <a:ext cx="2050844" cy="421949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76553" y="7050629"/>
            <a:ext cx="2420159" cy="594054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268934" y="6468877"/>
            <a:ext cx="1879663" cy="371749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3213442" y="5040269"/>
            <a:ext cx="771077" cy="650789"/>
            <a:chOff x="3213442" y="5040269"/>
            <a:chExt cx="771077" cy="650789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13442" y="5040269"/>
              <a:ext cx="771077" cy="65078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7019153" y="5010968"/>
            <a:ext cx="547949" cy="740194"/>
            <a:chOff x="7019153" y="5010968"/>
            <a:chExt cx="547949" cy="740194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19153" y="5010968"/>
              <a:ext cx="547949" cy="74019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0351011" y="4733747"/>
            <a:ext cx="1252549" cy="1294636"/>
            <a:chOff x="10351011" y="4733747"/>
            <a:chExt cx="1252549" cy="1294636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51011" y="4733747"/>
              <a:ext cx="1252549" cy="1294636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4097548" y="4943686"/>
            <a:ext cx="1127789" cy="954109"/>
            <a:chOff x="14097548" y="4943686"/>
            <a:chExt cx="1127789" cy="954109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097548" y="4943686"/>
              <a:ext cx="1127789" cy="9541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63431" y="1075012"/>
            <a:ext cx="6763849" cy="150790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312667" y="8264410"/>
            <a:ext cx="6105245" cy="1259378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2010336" y="458892"/>
            <a:ext cx="8776541" cy="8753096"/>
            <a:chOff x="2304639" y="384674"/>
            <a:chExt cx="8776541" cy="8753096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2304639" y="384674"/>
              <a:ext cx="4316675" cy="4316675"/>
              <a:chOff x="2304639" y="384674"/>
              <a:chExt cx="4316675" cy="4316675"/>
            </a:xfrm>
          </p:grpSpPr>
          <p:pic>
            <p:nvPicPr>
              <p:cNvPr id="6" name="Object 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304639" y="384674"/>
                <a:ext cx="4316675" cy="4316675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6764505" y="384675"/>
              <a:ext cx="4316675" cy="4316675"/>
              <a:chOff x="6764505" y="384675"/>
              <a:chExt cx="4316675" cy="4316675"/>
            </a:xfrm>
          </p:grpSpPr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764505" y="384675"/>
                <a:ext cx="4316675" cy="4316675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2304639" y="4701350"/>
              <a:ext cx="4316675" cy="4436420"/>
              <a:chOff x="2304639" y="4701350"/>
              <a:chExt cx="4316675" cy="4436420"/>
            </a:xfrm>
          </p:grpSpPr>
          <p:pic>
            <p:nvPicPr>
              <p:cNvPr id="12" name="Object 1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304639" y="4701350"/>
                <a:ext cx="4316675" cy="4436420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6764505" y="4821095"/>
              <a:ext cx="4316675" cy="4316675"/>
              <a:chOff x="6764505" y="4821095"/>
              <a:chExt cx="4316675" cy="4316675"/>
            </a:xfrm>
          </p:grpSpPr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764505" y="4821095"/>
                <a:ext cx="4316675" cy="4316675"/>
              </a:xfrm>
              <a:prstGeom prst="rect">
                <a:avLst/>
              </a:prstGeom>
            </p:spPr>
          </p:pic>
        </p:grpSp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6669" y="8219650"/>
            <a:ext cx="1213639" cy="922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627049" y="812702"/>
            <a:ext cx="4917907" cy="1507907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35812" y="8130745"/>
            <a:ext cx="2648430" cy="922125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110953" y="6615477"/>
            <a:ext cx="6105245" cy="1259378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3367795" y="2361109"/>
            <a:ext cx="4079911" cy="42063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2132" y="32238"/>
            <a:ext cx="10209318" cy="10254762"/>
            <a:chOff x="-49362" y="31595"/>
            <a:chExt cx="10209318" cy="10254762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-49362" y="31595"/>
              <a:ext cx="5039850" cy="5039850"/>
              <a:chOff x="-49362" y="31595"/>
              <a:chExt cx="5039850" cy="5039850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-49362" y="31595"/>
                <a:ext cx="5039850" cy="5039850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5120106" y="103007"/>
              <a:ext cx="5039850" cy="5039850"/>
              <a:chOff x="5120106" y="103007"/>
              <a:chExt cx="5039850" cy="5039850"/>
            </a:xfrm>
          </p:grpSpPr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120106" y="103007"/>
                <a:ext cx="5039850" cy="5039850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-49362" y="5246507"/>
              <a:ext cx="5039850" cy="5039850"/>
              <a:chOff x="-49362" y="5246507"/>
              <a:chExt cx="5039850" cy="5039850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-49362" y="5246507"/>
                <a:ext cx="5039850" cy="5039850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5120106" y="5295256"/>
              <a:ext cx="5039850" cy="4987197"/>
              <a:chOff x="5120106" y="5295256"/>
              <a:chExt cx="5039850" cy="4987197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20106" y="5295256"/>
                <a:ext cx="5039850" cy="4987197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3173" y="990478"/>
            <a:ext cx="3000288" cy="1507907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80791" y="7920039"/>
            <a:ext cx="3378711" cy="1238064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79169" y="1494077"/>
            <a:ext cx="8152381" cy="8152381"/>
            <a:chOff x="8079169" y="1494077"/>
            <a:chExt cx="8152381" cy="8152381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8079169" y="1494077"/>
              <a:ext cx="4020427" cy="4020427"/>
              <a:chOff x="8079169" y="1494077"/>
              <a:chExt cx="4020427" cy="4020427"/>
            </a:xfrm>
          </p:grpSpPr>
          <p:pic>
            <p:nvPicPr>
              <p:cNvPr id="6" name="Object 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079169" y="1494077"/>
                <a:ext cx="4020427" cy="4020427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12211124" y="1494077"/>
              <a:ext cx="4020427" cy="4020427"/>
              <a:chOff x="12211124" y="1494077"/>
              <a:chExt cx="4020427" cy="4020427"/>
            </a:xfrm>
          </p:grpSpPr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2211124" y="1494077"/>
                <a:ext cx="4020427" cy="4020427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8079169" y="5626031"/>
              <a:ext cx="4020427" cy="4020427"/>
              <a:chOff x="8079169" y="5626031"/>
              <a:chExt cx="4020427" cy="4020427"/>
            </a:xfrm>
          </p:grpSpPr>
          <p:pic>
            <p:nvPicPr>
              <p:cNvPr id="12" name="Object 1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079169" y="5626031"/>
                <a:ext cx="4020427" cy="4020427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12211124" y="5626031"/>
              <a:ext cx="4020427" cy="4020427"/>
              <a:chOff x="12211124" y="5626031"/>
              <a:chExt cx="4020427" cy="4020427"/>
            </a:xfrm>
          </p:grpSpPr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2211124" y="5626031"/>
                <a:ext cx="4020427" cy="4020427"/>
              </a:xfrm>
              <a:prstGeom prst="rect">
                <a:avLst/>
              </a:prstGeom>
            </p:spPr>
          </p:pic>
        </p:grpSp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5327621" y="185705"/>
            <a:ext cx="2498097" cy="922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3221" y="785163"/>
            <a:ext cx="4802955" cy="149838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952381" y="967409"/>
            <a:ext cx="8384972" cy="8384972"/>
            <a:chOff x="8952381" y="967409"/>
            <a:chExt cx="8384972" cy="8384972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52381" y="967409"/>
              <a:ext cx="8384972" cy="8384972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66669" y="8219650"/>
            <a:ext cx="1153449" cy="922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81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44214" y="3890317"/>
            <a:ext cx="5283720" cy="28749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사용자 지정</PresentationFormat>
  <Paragraphs>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장 현태</cp:lastModifiedBy>
  <cp:revision>2</cp:revision>
  <dcterms:created xsi:type="dcterms:W3CDTF">2022-06-12T14:38:05Z</dcterms:created>
  <dcterms:modified xsi:type="dcterms:W3CDTF">2022-06-12T05:44:20Z</dcterms:modified>
</cp:coreProperties>
</file>