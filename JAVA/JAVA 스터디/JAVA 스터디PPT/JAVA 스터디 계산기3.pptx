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8"/>
  </p:notesMasterIdLst>
  <p:handoutMasterIdLst>
    <p:handoutMasterId r:id="rId9"/>
  </p:handoutMasterIdLst>
  <p:sldIdLst>
    <p:sldId id="3825" r:id="rId5"/>
    <p:sldId id="3846" r:id="rId6"/>
    <p:sldId id="3864" r:id="rId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897"/>
    <a:srgbClr val="E3D6E6"/>
    <a:srgbClr val="EE7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88" autoAdjust="0"/>
    <p:restoredTop sz="94660"/>
  </p:normalViewPr>
  <p:slideViewPr>
    <p:cSldViewPr snapToGrid="0">
      <p:cViewPr varScale="1">
        <p:scale>
          <a:sx n="97" d="100"/>
          <a:sy n="97" d="100"/>
        </p:scale>
        <p:origin x="523" y="72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4D597-4836-42AA-8840-ACAAD80842E5}" type="datetime1">
              <a:rPr lang="ko-KR" altLang="en-US" smtClean="0">
                <a:latin typeface="+mj-lt"/>
              </a:rPr>
              <a:t>2024-02-29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F4C1-F197-4411-A8B3-D320801A9BAD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891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C8C1DB09-50C6-4917-B352-F3C3284AAE69}" type="datetime1">
              <a:rPr lang="ko-KR" altLang="en-US" smtClean="0"/>
              <a:pPr/>
              <a:t>2024-02-29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0C6A29-4676-420C-BBE3-ACC2B80F64D4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915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호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buNone/>
              <a:defRPr/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 작은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lnSpc>
                <a:spcPct val="11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lnSpc>
                <a:spcPct val="11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lnSpc>
                <a:spcPct val="11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호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견적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/>
              <a:pPr>
                <a:defRPr/>
              </a:pPr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3" name="내용 개체 틀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중간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3836" y="2743200"/>
            <a:ext cx="7122196" cy="2386584"/>
          </a:xfrm>
        </p:spPr>
        <p:txBody>
          <a:bodyPr rtlCol="0"/>
          <a:lstStyle/>
          <a:p>
            <a:pPr rtl="0"/>
            <a:r>
              <a:rPr lang="en-US" altLang="ko-KR" dirty="0"/>
              <a:t>JAVA </a:t>
            </a:r>
            <a:r>
              <a:rPr lang="ko-KR" altLang="en-US" dirty="0"/>
              <a:t>계산기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-KR" dirty="0">
                <a:solidFill>
                  <a:srgbClr val="FFFFFF"/>
                </a:solidFill>
              </a:rPr>
              <a:t>8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342B5-7124-16F1-632B-CE251968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67" y="136525"/>
            <a:ext cx="5219224" cy="790309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후위 표기법 수정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83F1D4-7F78-0676-0777-122DEFC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ko-KR" altLang="en-US" b="0" i="0" u="none" strike="noStrike" normalizeH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스택 계산기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EAE27-7832-0DD0-A5B2-5D319C67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" name="그림 12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CA2799AC-8D08-A69D-D242-41234C67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86" y="1098450"/>
            <a:ext cx="7314819" cy="46610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3CBFA1-23E7-73DB-E6E0-AF9DB90CF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295" y="1262862"/>
            <a:ext cx="4316956" cy="155128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0DF4E19-C3D1-F528-B98D-4DA5A98C8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294" y="835573"/>
            <a:ext cx="4436159" cy="29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8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8B24-A97D-DD92-676C-A481082F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028C4-D9EA-0B6B-2F14-B112FDA25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2" y="136525"/>
            <a:ext cx="5094533" cy="1079944"/>
          </a:xfrm>
        </p:spPr>
        <p:txBody>
          <a:bodyPr>
            <a:normAutofit/>
          </a:bodyPr>
          <a:lstStyle/>
          <a:p>
            <a:r>
              <a:rPr lang="ko-KR" altLang="en-US" sz="2400" dirty="0" err="1"/>
              <a:t>반복문</a:t>
            </a:r>
            <a:endParaRPr lang="ko-KR" altLang="en-US" sz="24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37AC8-0B40-BA2B-4B9D-91B4DAE6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u="none" strike="noStrike" normalizeH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스택 계산기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10040E-8D9E-13EB-9766-98692AAD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D4728B-9E0F-E0A0-B819-4A9487EF7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797" y="1491049"/>
            <a:ext cx="5359605" cy="25383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E1A1858-CB99-5130-1F92-5A8AFD0F6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360" y="4510051"/>
            <a:ext cx="4696480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8265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71_TF78504181_Win32.potx" id="{53D1D609-C9A9-47F9-8C8C-A5AFCC2E736F}" vid="{17C6E6DF-1035-471A-8170-27FB72BB79A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527796160E6984891AC1B3EFEF4DF8B" ma:contentTypeVersion="6" ma:contentTypeDescription="새 문서를 만듭니다." ma:contentTypeScope="" ma:versionID="21d204693fb40bc4f02d3b21e7379c2a">
  <xsd:schema xmlns:xsd="http://www.w3.org/2001/XMLSchema" xmlns:xs="http://www.w3.org/2001/XMLSchema" xmlns:p="http://schemas.microsoft.com/office/2006/metadata/properties" xmlns:ns3="f6af219d-e432-4a15-bc57-2cef55b458f9" targetNamespace="http://schemas.microsoft.com/office/2006/metadata/properties" ma:root="true" ma:fieldsID="c22fb8be32bfa838d4bf18b8c4ba3c05" ns3:_="">
    <xsd:import namespace="f6af219d-e432-4a15-bc57-2cef55b458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f219d-e432-4a15-bc57-2cef55b458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6af219d-e432-4a15-bc57-2cef55b458f9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033931-96D0-47CF-989E-2DD6064C77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f219d-e432-4a15-bc57-2cef55b458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f6af219d-e432-4a15-bc57-2cef55b458f9"/>
    <ds:schemaRef ds:uri="http://purl.org/dc/terms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도형 프레젠테이션</Template>
  <TotalTime>3062</TotalTime>
  <Words>17</Words>
  <Application>Microsoft Office PowerPoint</Application>
  <PresentationFormat>와이드스크린</PresentationFormat>
  <Paragraphs>9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ShapesVTI</vt:lpstr>
      <vt:lpstr>JAVA 계산기</vt:lpstr>
      <vt:lpstr>후위 표기법 수정</vt:lpstr>
      <vt:lpstr>반복문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스터디 1주차</dc:title>
  <dc:creator>장현태</dc:creator>
  <cp:lastModifiedBy>현태 장</cp:lastModifiedBy>
  <cp:revision>35</cp:revision>
  <dcterms:created xsi:type="dcterms:W3CDTF">2024-01-03T13:33:27Z</dcterms:created>
  <dcterms:modified xsi:type="dcterms:W3CDTF">2024-02-29T05:15:34Z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0x010100A527796160E6984891AC1B3EFEF4DF8B</vt:lpwstr>
  </property>
</Properties>
</file>