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3"/>
  </p:notesMasterIdLst>
  <p:handoutMasterIdLst>
    <p:handoutMasterId r:id="rId14"/>
  </p:handoutMasterIdLst>
  <p:sldIdLst>
    <p:sldId id="3825" r:id="rId5"/>
    <p:sldId id="3827" r:id="rId6"/>
    <p:sldId id="3844" r:id="rId7"/>
    <p:sldId id="3846" r:id="rId8"/>
    <p:sldId id="3847" r:id="rId9"/>
    <p:sldId id="3848" r:id="rId10"/>
    <p:sldId id="3853" r:id="rId11"/>
    <p:sldId id="3851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897"/>
    <a:srgbClr val="E3D6E6"/>
    <a:srgbClr val="EE7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1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26" y="114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2024-01-25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2024-01-25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321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</a:rPr>
              <a:t>4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 </a:t>
            </a:r>
            <a:r>
              <a:rPr lang="en-US" altLang="ko-KR" dirty="0">
                <a:solidFill>
                  <a:srgbClr val="FFFFFF"/>
                </a:solidFill>
              </a:rPr>
              <a:t>12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27" y="226681"/>
            <a:ext cx="4740723" cy="451734"/>
          </a:xfrm>
        </p:spPr>
        <p:txBody>
          <a:bodyPr rtlCol="0" anchor="b">
            <a:normAutofit/>
          </a:bodyPr>
          <a:lstStyle/>
          <a:p>
            <a:pPr rtl="0"/>
            <a:r>
              <a:rPr lang="ko-KR" altLang="en-US" sz="2500" dirty="0"/>
              <a:t>자료구조와 컬렉션 프레임워크</a:t>
            </a:r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12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026" name="Picture 2" descr="6. 자료구조와 컬렉션프레임워크 | 자바 Part-1">
            <a:extLst>
              <a:ext uri="{FF2B5EF4-FFF2-40B4-BE49-F238E27FC236}">
                <a16:creationId xmlns:a16="http://schemas.microsoft.com/office/drawing/2014/main" id="{199EBE87-2567-661D-FD8F-56A8A5D38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120" y="1027755"/>
            <a:ext cx="6349546" cy="331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29907-FA80-D816-A7D6-8DAD63AED248}"/>
              </a:ext>
            </a:extLst>
          </p:cNvPr>
          <p:cNvSpPr txBox="1"/>
          <p:nvPr/>
        </p:nvSpPr>
        <p:spPr>
          <a:xfrm>
            <a:off x="476092" y="1027755"/>
            <a:ext cx="501030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자료구조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자료를 효율적으로 이용할 수 있도록 컴퓨터에 저장하는 방법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dirty="0"/>
              <a:t>컬렉션 프레임워크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데이터를 저장하는 자료 구조와 데이터를 처리하는 알고리즘을 구조화 하여 클래스로 구현해 놓은 것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인터페이스와 실제 코트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Collection</a:t>
            </a:r>
            <a:r>
              <a:rPr lang="ko-KR" altLang="en-US" sz="1400" dirty="0"/>
              <a:t>과 </a:t>
            </a:r>
            <a:r>
              <a:rPr lang="en-US" altLang="ko-KR" sz="1400" dirty="0"/>
              <a:t>Map</a:t>
            </a:r>
          </a:p>
          <a:p>
            <a:endParaRPr lang="en-US" altLang="ko-KR" sz="14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14DA7-918E-0A8C-F8B0-298BE8D5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3" y="174919"/>
            <a:ext cx="3437958" cy="750444"/>
          </a:xfrm>
        </p:spPr>
        <p:txBody>
          <a:bodyPr>
            <a:normAutofit/>
          </a:bodyPr>
          <a:lstStyle/>
          <a:p>
            <a:r>
              <a:rPr lang="en-US" altLang="ko-KR" sz="2300" dirty="0"/>
              <a:t>Set </a:t>
            </a:r>
            <a:r>
              <a:rPr lang="ko-KR" altLang="en-US" sz="2300" dirty="0"/>
              <a:t>인터페이스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711952-86E6-1F5D-42DC-0E35476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12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4E0E4-BB9A-A572-2C6F-B99F92B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6CB6FC-7AD5-BCFE-8C74-F75A98B4F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89" y="925363"/>
            <a:ext cx="5184621" cy="35992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A4C702-AAEB-FC88-CA93-8BF5EABE5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581" y="4524604"/>
            <a:ext cx="5868219" cy="6192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D9C5EF-1AFF-344A-7146-B60AF9EA36AA}"/>
              </a:ext>
            </a:extLst>
          </p:cNvPr>
          <p:cNvSpPr txBox="1"/>
          <p:nvPr/>
        </p:nvSpPr>
        <p:spPr>
          <a:xfrm>
            <a:off x="385408" y="1186453"/>
            <a:ext cx="47382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원소의 중복이 없는 데이터를 관리할 때 사용하는 인터페이스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Set </a:t>
            </a:r>
            <a:r>
              <a:rPr lang="ko-KR" altLang="en-US" sz="1400" dirty="0"/>
              <a:t>인터페이스를 상속받는 실제 클래스는 </a:t>
            </a:r>
            <a:r>
              <a:rPr lang="en-US" altLang="ko-KR" sz="1400" dirty="0"/>
              <a:t>HashSet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TreeSet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클래스이다</a:t>
            </a:r>
            <a:r>
              <a:rPr lang="en-US" altLang="ko-KR" sz="140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95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342B5-7124-16F1-632B-CE25196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16" y="342900"/>
            <a:ext cx="3932237" cy="563336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List</a:t>
            </a:r>
            <a:r>
              <a:rPr lang="ko-KR" altLang="en-US" sz="2500" dirty="0"/>
              <a:t> 인터페이스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83F1D4-7F78-0676-0777-122DEFC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12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EAE27-7832-0DD0-A5B2-5D319C6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220E82F-C81D-381E-5B64-4E8E1CF4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502" y="477760"/>
            <a:ext cx="4615063" cy="396977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91BD5A8-68EB-6A25-180B-5AD4A8B6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58" y="4447531"/>
            <a:ext cx="3705742" cy="1286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42A643-EC80-348C-E3CD-29A1D3D7D3D9}"/>
              </a:ext>
            </a:extLst>
          </p:cNvPr>
          <p:cNvSpPr txBox="1"/>
          <p:nvPr/>
        </p:nvSpPr>
        <p:spPr>
          <a:xfrm>
            <a:off x="733032" y="1224238"/>
            <a:ext cx="49347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순서가 있는 객체를 저장하는 자료구조를 지원하는 인터페이스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중복된 객체 가능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실제로 구현된 클래스 </a:t>
            </a:r>
            <a:r>
              <a:rPr lang="en-US" altLang="ko-KR" sz="1400" dirty="0"/>
              <a:t>Vector, Stack, LinkedList, </a:t>
            </a:r>
            <a:r>
              <a:rPr lang="en-US" altLang="ko-KR" sz="1400" dirty="0" err="1"/>
              <a:t>ArrayList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3218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623C7-8478-C93C-0B1A-7A27D515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34" y="135383"/>
            <a:ext cx="2670135" cy="479424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Map </a:t>
            </a:r>
            <a:r>
              <a:rPr lang="ko-KR" altLang="en-US" sz="2500" dirty="0"/>
              <a:t>인터페이스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2956E-2BF5-AEA5-4DAE-ACC02174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12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444597-424D-5D36-1EB7-FF26508A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BB7FD4-5FA8-9187-D8CB-8060A5AC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04" y="558118"/>
            <a:ext cx="4810796" cy="3820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D386AB-2928-FEA6-2748-04DD03760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04" y="4378176"/>
            <a:ext cx="5134692" cy="885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D4B721-E237-BFC5-A3B1-C547CAF97531}"/>
              </a:ext>
            </a:extLst>
          </p:cNvPr>
          <p:cNvSpPr txBox="1"/>
          <p:nvPr/>
        </p:nvSpPr>
        <p:spPr>
          <a:xfrm>
            <a:off x="589448" y="876614"/>
            <a:ext cx="55065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키와</a:t>
            </a:r>
            <a:r>
              <a:rPr lang="en-US" altLang="ko-KR" sz="1600" dirty="0"/>
              <a:t> </a:t>
            </a:r>
            <a:r>
              <a:rPr lang="ko-KR" altLang="en-US" sz="1600" dirty="0"/>
              <a:t>객체 쌍으로 데이터를 저장하는 자료구조를 제공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HashTable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509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8058-4D18-5071-CFBB-4625DFA8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62" y="242603"/>
            <a:ext cx="3831949" cy="506242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Iterator </a:t>
            </a:r>
            <a:r>
              <a:rPr lang="ko-KR" altLang="en-US" sz="2500" dirty="0"/>
              <a:t>인터페이스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6F1AD-AA0D-4211-ABD5-8198325C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12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BD4E1-9B8A-66F2-72C2-E0339D3F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70147F6-1C9C-5F74-79C2-459BAD68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984" y="700983"/>
            <a:ext cx="4029020" cy="515503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FEBBAB7-8891-769C-A4A9-86D70D386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996" y="3321709"/>
            <a:ext cx="2534004" cy="12955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1E8157-D15F-6C64-988D-B6E1E2E990A0}"/>
              </a:ext>
            </a:extLst>
          </p:cNvPr>
          <p:cNvSpPr txBox="1"/>
          <p:nvPr/>
        </p:nvSpPr>
        <p:spPr>
          <a:xfrm>
            <a:off x="846387" y="975080"/>
            <a:ext cx="53806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컬렉션에 포함된 객체를 순차적으로 접근할 때 사용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Iterator() 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7944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EA8B-7C09-820E-755A-2BAB025E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04" y="152400"/>
            <a:ext cx="2840728" cy="470958"/>
          </a:xfrm>
        </p:spPr>
        <p:txBody>
          <a:bodyPr>
            <a:noAutofit/>
          </a:bodyPr>
          <a:lstStyle/>
          <a:p>
            <a:r>
              <a:rPr lang="en-US" altLang="ko-KR" sz="2500" dirty="0" err="1"/>
              <a:t>Java.math</a:t>
            </a:r>
            <a:r>
              <a:rPr lang="en-US" altLang="ko-KR" sz="2500" dirty="0"/>
              <a:t> </a:t>
            </a:r>
            <a:r>
              <a:rPr lang="ko-KR" altLang="en-US" sz="2500" dirty="0"/>
              <a:t>패키지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8CC0A3-5BCE-B6AE-6E2D-AC0F1259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13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E6092-3465-3394-AC66-23A7D314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577652-3B00-84FF-1F38-FBE80952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31" y="1984237"/>
            <a:ext cx="4511377" cy="25344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735267-E4E3-3649-99F6-B41B619B8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31" y="4665428"/>
            <a:ext cx="2295845" cy="666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D4197-E209-16CA-25BA-3A5161BD7735}"/>
              </a:ext>
            </a:extLst>
          </p:cNvPr>
          <p:cNvSpPr txBox="1"/>
          <p:nvPr/>
        </p:nvSpPr>
        <p:spPr>
          <a:xfrm>
            <a:off x="415636" y="838830"/>
            <a:ext cx="5508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복잡한 수학적 계산이 필요한 프로그램을 개발 할 때 주로 사용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BigDecimal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BigInteger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661A40-F8FF-1730-D56A-6A4F36ECA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57805"/>
            <a:ext cx="3474783" cy="27076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10C76D-6851-AED5-5E9A-7A546A4E8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25" y="4522533"/>
            <a:ext cx="1448002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8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D7E2E-53E7-1FC2-1E2A-286300C2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238125"/>
            <a:ext cx="3932237" cy="647700"/>
          </a:xfrm>
        </p:spPr>
        <p:txBody>
          <a:bodyPr>
            <a:normAutofit fontScale="90000"/>
          </a:bodyPr>
          <a:lstStyle/>
          <a:p>
            <a:r>
              <a:rPr lang="en-US" altLang="ko-KR" sz="3200" dirty="0" err="1"/>
              <a:t>Java.</a:t>
            </a:r>
            <a:r>
              <a:rPr lang="en-US" altLang="ko-KR" dirty="0" err="1"/>
              <a:t>lang.</a:t>
            </a:r>
            <a:r>
              <a:rPr lang="en-US" altLang="ko-KR" sz="3200" dirty="0" err="1"/>
              <a:t>math</a:t>
            </a:r>
            <a:r>
              <a:rPr lang="en-US" altLang="ko-KR" sz="3200" dirty="0"/>
              <a:t> </a:t>
            </a:r>
            <a:r>
              <a:rPr lang="ko-KR" altLang="en-US" sz="3200" dirty="0"/>
              <a:t>패키지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80C998-0A6C-8229-D78A-FCC077B5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354694"/>
            <a:ext cx="4114800" cy="365125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13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9AEACC-F0FD-817B-4A42-D6E08EA8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53894F-DE45-D1D5-9966-B3B5905CF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778" y="885825"/>
            <a:ext cx="5632554" cy="25122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D3A5D8-15EC-E2FB-9DB8-B0CB8B9B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92" y="3398123"/>
            <a:ext cx="2029108" cy="847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F4EB86-062C-D3C5-DFF3-F9E396EB7550}"/>
              </a:ext>
            </a:extLst>
          </p:cNvPr>
          <p:cNvSpPr txBox="1"/>
          <p:nvPr/>
        </p:nvSpPr>
        <p:spPr>
          <a:xfrm>
            <a:off x="458788" y="982413"/>
            <a:ext cx="5345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Math</a:t>
            </a:r>
            <a:r>
              <a:rPr lang="ko-KR" altLang="en-US" sz="1400" dirty="0"/>
              <a:t> 클래스는 프로그램에 필요한 다양한 수학 메소드를 제공하는 추상 메소드</a:t>
            </a:r>
          </a:p>
        </p:txBody>
      </p:sp>
    </p:spTree>
    <p:extLst>
      <p:ext uri="{BB962C8B-B14F-4D97-AF65-F5344CB8AC3E}">
        <p14:creationId xmlns:p14="http://schemas.microsoft.com/office/powerpoint/2010/main" val="4012703730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6af219d-e432-4a15-bc57-2cef55b458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527796160E6984891AC1B3EFEF4DF8B" ma:contentTypeVersion="6" ma:contentTypeDescription="새 문서를 만듭니다." ma:contentTypeScope="" ma:versionID="21d204693fb40bc4f02d3b21e7379c2a">
  <xsd:schema xmlns:xsd="http://www.w3.org/2001/XMLSchema" xmlns:xs="http://www.w3.org/2001/XMLSchema" xmlns:p="http://schemas.microsoft.com/office/2006/metadata/properties" xmlns:ns3="f6af219d-e432-4a15-bc57-2cef55b458f9" targetNamespace="http://schemas.microsoft.com/office/2006/metadata/properties" ma:root="true" ma:fieldsID="c22fb8be32bfa838d4bf18b8c4ba3c05" ns3:_="">
    <xsd:import namespace="f6af219d-e432-4a15-bc57-2cef55b45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f219d-e432-4a15-bc57-2cef55b458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EF148-1770-458F-8F5B-C3D0A278AA97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6af219d-e432-4a15-bc57-2cef55b458f9"/>
    <ds:schemaRef ds:uri="http://purl.org/dc/terms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033931-96D0-47CF-989E-2DD6064C77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f219d-e432-4a15-bc57-2cef55b45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1849</TotalTime>
  <Words>164</Words>
  <Application>Microsoft Office PowerPoint</Application>
  <PresentationFormat>와이드스크린</PresentationFormat>
  <Paragraphs>45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ShapesVTI</vt:lpstr>
      <vt:lpstr>JAVA 스터디 4주차</vt:lpstr>
      <vt:lpstr>자료구조와 컬렉션 프레임워크</vt:lpstr>
      <vt:lpstr>Set 인터페이스</vt:lpstr>
      <vt:lpstr>List 인터페이스</vt:lpstr>
      <vt:lpstr>Map 인터페이스</vt:lpstr>
      <vt:lpstr>Iterator 인터페이스</vt:lpstr>
      <vt:lpstr>Java.math 패키지</vt:lpstr>
      <vt:lpstr>Java.lang.math 패키지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장현태</cp:lastModifiedBy>
  <cp:revision>17</cp:revision>
  <dcterms:created xsi:type="dcterms:W3CDTF">2024-01-03T13:33:27Z</dcterms:created>
  <dcterms:modified xsi:type="dcterms:W3CDTF">2024-01-25T04:31:08Z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0x010100A527796160E6984891AC1B3EFEF4DF8B</vt:lpwstr>
  </property>
</Properties>
</file>