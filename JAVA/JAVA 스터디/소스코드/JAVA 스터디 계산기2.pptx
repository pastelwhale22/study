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10"/>
  </p:notesMasterIdLst>
  <p:handoutMasterIdLst>
    <p:handoutMasterId r:id="rId11"/>
  </p:handoutMasterIdLst>
  <p:sldIdLst>
    <p:sldId id="3825" r:id="rId5"/>
    <p:sldId id="3858" r:id="rId6"/>
    <p:sldId id="3846" r:id="rId7"/>
    <p:sldId id="3863" r:id="rId8"/>
    <p:sldId id="3862" r:id="rId9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1897"/>
    <a:srgbClr val="E3D6E6"/>
    <a:srgbClr val="EE76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88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2" y="1050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+mj-lt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24D597-4836-42AA-8840-ACAAD80842E5}" type="datetime1">
              <a:rPr lang="ko-KR" altLang="en-US" smtClean="0">
                <a:latin typeface="+mj-lt"/>
              </a:rPr>
              <a:t>2024-02-22</a:t>
            </a:fld>
            <a:endParaRPr lang="ko-KR" altLang="en-US" dirty="0">
              <a:latin typeface="+mj-lt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+mj-lt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D0F4C1-F197-4411-A8B3-D320801A9BAD}" type="slidenum">
              <a:rPr lang="en-US" altLang="ko-KR" smtClean="0">
                <a:latin typeface="+mj-lt"/>
              </a:rPr>
              <a:t>‹#›</a:t>
            </a:fld>
            <a:endParaRPr lang="ko-KR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838917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C8C1DB09-50C6-4917-B352-F3C3284AAE69}" type="datetime1">
              <a:rPr lang="ko-KR" altLang="en-US" smtClean="0"/>
              <a:pPr/>
              <a:t>2024-02-22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D40C6A29-4676-420C-BBE3-ACC2B80F64D4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US" altLang="ko-KR" smtClean="0">
                <a:latin typeface="+mj-ea"/>
                <a:ea typeface="+mj-ea"/>
              </a:rPr>
              <a:t>1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39152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688AA-D85B-863D-688E-0D3D2AE54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C3024D-43C2-BB98-A802-A77507BF8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5A7899-9227-F3B7-A362-4458943FC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E228DF-C1F8-F616-F8BF-3AF86BF280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US" altLang="ko-KR" smtClean="0">
                <a:latin typeface="+mj-ea"/>
                <a:ea typeface="+mj-ea"/>
              </a:rPr>
              <a:t>5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74254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자유형(F)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2" name="직선 연결선(S)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호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rtlCol="0" anchor="b"/>
          <a:lstStyle>
            <a:lvl1pPr algn="r">
              <a:defRPr sz="6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 rtlCol="0"/>
          <a:lstStyle>
            <a:lvl1pPr marL="0" indent="0" algn="r">
              <a:buNone/>
              <a:defRPr sz="2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안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호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rtlCol="0" anchor="ctr"/>
          <a:lstStyle>
            <a:lvl1pPr marL="0" indent="0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buNone/>
              <a:defRPr/>
            </a:lvl4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2 작은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그림 개체 틀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1" name="그림 개체 틀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lnSpc>
                <a:spcPct val="110000"/>
              </a:lnSpc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lnSpc>
                <a:spcPct val="110000"/>
              </a:lnSpc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685800">
              <a:lnSpc>
                <a:spcPct val="110000"/>
              </a:lnSpc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10000"/>
              </a:lnSpc>
              <a:defRPr/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타원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호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rtlCol="0" anchor="b"/>
          <a:lstStyle>
            <a:lvl1pPr algn="ctr">
              <a:defRPr sz="6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그림이 있는 견적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 rtlCol="0"/>
          <a:lstStyle>
            <a:lvl1pPr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rtlCol="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/>
              <a:t>프레젠테이션 제목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/>
              <a:pPr>
                <a:defRPr/>
              </a:pPr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>
            <a:normAutofit/>
          </a:bodyPr>
          <a:lstStyle>
            <a:lvl1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>
            <a:normAutofit/>
          </a:bodyPr>
          <a:lstStyle>
            <a:lvl1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 3 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텍스트 개체 틀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13" name="내용 개체 틀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개의 중간 그림을 사용한 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그림 개체 틀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1" name="그림 개체 틀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호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 rtlCol="0"/>
          <a:lstStyle>
            <a:lvl1pPr marL="0" indent="0"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6858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 rtlCol="0"/>
          <a:lstStyle>
            <a:lvl1pPr algn="l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 rtlCol="0"/>
          <a:lstStyle>
            <a:lvl1pPr marL="0" indent="0"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B08836-40C5-46C2-81BA-21AA27176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63836" y="2743200"/>
            <a:ext cx="7122196" cy="2386584"/>
          </a:xfrm>
        </p:spPr>
        <p:txBody>
          <a:bodyPr rtlCol="0"/>
          <a:lstStyle/>
          <a:p>
            <a:pPr rtl="0"/>
            <a:r>
              <a:rPr lang="en-US" altLang="ko-KR" dirty="0"/>
              <a:t>JAVA </a:t>
            </a:r>
            <a:r>
              <a:rPr lang="ko-KR" altLang="en-US" dirty="0"/>
              <a:t>계산기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CC4EC4-809C-4FD2-AA20-009F08590D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US" altLang="ko-KR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JAVA </a:t>
            </a:r>
            <a:r>
              <a:rPr lang="ko-KR" altLang="en-US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스터디 </a:t>
            </a:r>
            <a:r>
              <a:rPr lang="en-US" altLang="ko-KR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주차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0962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DB9F2-5A8C-8267-0C69-F4E7D14B4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D8CA43-2628-63BD-BE97-4DC8F62BB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67" y="363498"/>
            <a:ext cx="4554206" cy="563336"/>
          </a:xfrm>
        </p:spPr>
        <p:txBody>
          <a:bodyPr>
            <a:normAutofit/>
          </a:bodyPr>
          <a:lstStyle/>
          <a:p>
            <a:r>
              <a:rPr lang="en-US" altLang="ko-KR" sz="2500" dirty="0"/>
              <a:t>Main </a:t>
            </a:r>
            <a:r>
              <a:rPr lang="ko-KR" altLang="en-US" sz="2500" dirty="0"/>
              <a:t>클래스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7C48D4-AC62-A14D-8006-BBD4CDFA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ko-KR" altLang="en-US" b="0" i="0" u="none" strike="noStrike" normalizeH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t>스택 계산기</a:t>
            </a:r>
            <a:endParaRPr lang="ko-KR" altLang="en-US" b="0" i="0" u="none" strike="noStrike" kern="1200" cap="none" spc="0" normalizeH="0" baseline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77962E-2CA6-254A-5C83-27DD10937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3F64D79-DBEC-D1B8-D9BB-C2D368013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434" y="1282889"/>
            <a:ext cx="7978830" cy="366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978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6342B5-7124-16F1-632B-CE251968B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67" y="136525"/>
            <a:ext cx="5219224" cy="790309"/>
          </a:xfrm>
        </p:spPr>
        <p:txBody>
          <a:bodyPr>
            <a:normAutofit/>
          </a:bodyPr>
          <a:lstStyle/>
          <a:p>
            <a:r>
              <a:rPr lang="ko-KR" altLang="en-US" sz="2500" dirty="0"/>
              <a:t>후위 표기법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83F1D4-7F78-0676-0777-122DEFC56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ko-KR" altLang="en-US" b="0" i="0" u="none" strike="noStrike" normalizeH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t>스택 계산기</a:t>
            </a:r>
            <a:endParaRPr lang="ko-KR" altLang="en-US" b="0" i="0" u="none" strike="noStrike" kern="1200" cap="none" spc="0" normalizeH="0" baseline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6EAE27-7832-0DD0-A5B2-5D319C67C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6" name="Picture 2" descr="12강] 스택의 응용 - 수식의 후위 표기법(Postfix Notation)">
            <a:extLst>
              <a:ext uri="{FF2B5EF4-FFF2-40B4-BE49-F238E27FC236}">
                <a16:creationId xmlns:a16="http://schemas.microsoft.com/office/drawing/2014/main" id="{C1BBFCE7-2611-D596-65BB-188DC8B20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67" y="1207431"/>
            <a:ext cx="3793597" cy="2221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AF2857C-C6CB-4C3B-7B98-1E84EB507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552" y="959936"/>
            <a:ext cx="5564686" cy="398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187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D9661-E928-6C88-2645-691710DB7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3729BD-A456-FC46-BEE0-7BFE0C89D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92" y="136525"/>
            <a:ext cx="5094533" cy="1079944"/>
          </a:xfrm>
        </p:spPr>
        <p:txBody>
          <a:bodyPr>
            <a:normAutofit/>
          </a:bodyPr>
          <a:lstStyle/>
          <a:p>
            <a:r>
              <a:rPr lang="ko-KR" altLang="en-US" sz="2400" b="0" i="0" dirty="0">
                <a:solidFill>
                  <a:srgbClr val="0D0D0D"/>
                </a:solidFill>
                <a:effectLst/>
                <a:latin typeface="Söhne"/>
              </a:rPr>
              <a:t>후위 표기법 수식 계산</a:t>
            </a:r>
            <a:r>
              <a:rPr lang="en-US" altLang="ko-KR" sz="2400" dirty="0">
                <a:solidFill>
                  <a:srgbClr val="0D0D0D"/>
                </a:solidFill>
                <a:latin typeface="Söhne"/>
              </a:rPr>
              <a:t>/</a:t>
            </a:r>
            <a:br>
              <a:rPr lang="en-US" altLang="ko-KR" sz="2400" dirty="0">
                <a:solidFill>
                  <a:srgbClr val="0D0D0D"/>
                </a:solidFill>
                <a:latin typeface="Söhne"/>
              </a:rPr>
            </a:br>
            <a:r>
              <a:rPr lang="ko-KR" altLang="en-US" sz="2400" dirty="0">
                <a:solidFill>
                  <a:srgbClr val="0D0D0D"/>
                </a:solidFill>
                <a:latin typeface="Söhne"/>
              </a:rPr>
              <a:t>우선순위</a:t>
            </a:r>
            <a:endParaRPr lang="ko-KR" altLang="en-US" sz="2400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F76E37-60E5-64FE-FC63-A1AD67EEA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i="0" u="none" strike="noStrike" normalizeH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t>스택 계산기</a:t>
            </a:r>
            <a:endParaRPr lang="ko-KR" altLang="en-US" b="0" i="0" u="none" strike="noStrike" kern="1200" cap="none" spc="0" normalizeH="0" baseline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33A20B-005C-F915-82FD-CDE95B874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F634C74-009E-F6E6-2441-16A0F8166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94" y="1388658"/>
            <a:ext cx="5420312" cy="43264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B2FA10A-C345-F219-2A57-3D90B5F62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338" y="1388658"/>
            <a:ext cx="3172268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319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EDA21-D581-F65D-51D3-9B9625371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DBFAED7-2751-013E-27F8-20C6DAD76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6" y="300277"/>
            <a:ext cx="3957189" cy="68160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kern="1200" dirty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다음 프로그램 계획</a:t>
            </a:r>
          </a:p>
        </p:txBody>
      </p:sp>
      <p:sp>
        <p:nvSpPr>
          <p:cNvPr id="15" name="바닥글 개체 틀 14">
            <a:extLst>
              <a:ext uri="{FF2B5EF4-FFF2-40B4-BE49-F238E27FC236}">
                <a16:creationId xmlns:a16="http://schemas.microsoft.com/office/drawing/2014/main" id="{2EB33D1A-8491-016C-0798-FDA44528E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i="0" u="none" strike="noStrike" normalizeH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t>스택 계산기</a:t>
            </a:r>
            <a:endParaRPr lang="ko-KR" altLang="en-US" b="0" i="0" u="none" strike="noStrike" kern="1200" cap="none" spc="0" normalizeH="0" baseline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53CB92A0-56D7-E38A-A20F-EB697175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altLang="ko-KR" b="0" i="0" u="none" strike="noStrike" normalizeH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R="0" lvl="0" indent="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b="0" i="0" u="none" strike="noStrike" normalizeH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DE3AE4-E05F-3C52-360A-DAA0459DFEDC}"/>
              </a:ext>
            </a:extLst>
          </p:cNvPr>
          <p:cNvSpPr txBox="1"/>
          <p:nvPr/>
        </p:nvSpPr>
        <p:spPr>
          <a:xfrm>
            <a:off x="2482797" y="1320588"/>
            <a:ext cx="612780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연산부분 보완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38346444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071_TF78504181_Win32.potx" id="{53D1D609-C9A9-47F9-8C8C-A5AFCC2E736F}" vid="{17C6E6DF-1035-471A-8170-27FB72BB79A3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f6af219d-e432-4a15-bc57-2cef55b458f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527796160E6984891AC1B3EFEF4DF8B" ma:contentTypeVersion="6" ma:contentTypeDescription="새 문서를 만듭니다." ma:contentTypeScope="" ma:versionID="21d204693fb40bc4f02d3b21e7379c2a">
  <xsd:schema xmlns:xsd="http://www.w3.org/2001/XMLSchema" xmlns:xs="http://www.w3.org/2001/XMLSchema" xmlns:p="http://schemas.microsoft.com/office/2006/metadata/properties" xmlns:ns3="f6af219d-e432-4a15-bc57-2cef55b458f9" targetNamespace="http://schemas.microsoft.com/office/2006/metadata/properties" ma:root="true" ma:fieldsID="c22fb8be32bfa838d4bf18b8c4ba3c05" ns3:_="">
    <xsd:import namespace="f6af219d-e432-4a15-bc57-2cef55b458f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af219d-e432-4a15-bc57-2cef55b458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BDEF148-1770-458F-8F5B-C3D0A278AA97}">
  <ds:schemaRefs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f6af219d-e432-4a15-bc57-2cef55b458f9"/>
    <ds:schemaRef ds:uri="http://purl.org/dc/terms/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C9033931-96D0-47CF-989E-2DD6064C77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af219d-e432-4a15-bc57-2cef55b458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도형 프레젠테이션</Template>
  <TotalTime>2951</TotalTime>
  <Words>36</Words>
  <Application>Microsoft Office PowerPoint</Application>
  <PresentationFormat>와이드스크린</PresentationFormat>
  <Paragraphs>22</Paragraphs>
  <Slides>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Söhne</vt:lpstr>
      <vt:lpstr>맑은 고딕</vt:lpstr>
      <vt:lpstr>Arial</vt:lpstr>
      <vt:lpstr>Wingdings</vt:lpstr>
      <vt:lpstr>ShapesVTI</vt:lpstr>
      <vt:lpstr>JAVA 계산기</vt:lpstr>
      <vt:lpstr>Main 클래스</vt:lpstr>
      <vt:lpstr>후위 표기법</vt:lpstr>
      <vt:lpstr>후위 표기법 수식 계산/ 우선순위</vt:lpstr>
      <vt:lpstr>다음 프로그램 계획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스터디 1주차</dc:title>
  <dc:creator>장현태</dc:creator>
  <cp:lastModifiedBy>장현태</cp:lastModifiedBy>
  <cp:revision>31</cp:revision>
  <dcterms:created xsi:type="dcterms:W3CDTF">2024-01-03T13:33:27Z</dcterms:created>
  <dcterms:modified xsi:type="dcterms:W3CDTF">2024-02-22T02:36:04Z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0x010100A527796160E6984891AC1B3EFEF4DF8B</vt:lpwstr>
  </property>
</Properties>
</file>